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F1C29B-ECE8-42E9-A15D-C10048CBC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2CF0FDE-FD13-5A9B-4894-FBE947E1E2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99FAB9D-8BBC-5582-98A7-8CE74417A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A6EAE78-F9B2-2159-9172-78998AD92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CCF36FB-C070-6359-1F2D-E7A5FA60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395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B23369-B974-12DF-61DC-B37E98DC9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F1683B-DC2E-6C2E-AE29-C7455569C1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5BE4C1-2671-3DA7-A2A8-F94863E78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6858890-D6EA-E10A-F36E-647FAAD08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D7F59C-50A4-32D7-EA9E-A8D9BCA26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4339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DCCF0F-F342-2926-2F04-20DBF2649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D689A32-08A6-05D4-42D2-571CC1FBA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E49CD1-843D-67F6-9C5A-AFEDC3FF6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C44630D-0827-C920-BB2E-2A50E782A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B73157-1020-0129-D5FE-3E68AB87A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415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214973-41F6-8285-C257-325DF814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6ED388-8190-13BB-42A3-8575243268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E3E7616-E0D1-FAA8-0642-CA768ADAC5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5A35DE0-EB68-08F0-C13D-23B73E804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4DE734-FBB7-732D-500D-2853E8B98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70E0859-10EA-8424-C1FA-A4FD0FAAA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780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87174B-F62F-1CDA-B6E0-E5D02E8DE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7D02360-5BE1-BA51-769C-5170642132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4BEF783-583F-0137-9761-887752A8D0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FB74747-7591-A95F-0D6E-CA3D4907A2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A7B54F-9EAD-140F-370D-68A0E0E50A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34B21D6-4A7E-01BE-F37B-03D82EC12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77C258F-8C0E-A2A9-30D2-2DEB0F58B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C307763-7717-47E0-2688-D9406021A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819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95B4C9-4DF2-938F-B6B9-38B5E56EA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18ED8A2-52EC-E393-7FEF-25F604DEE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3440843-4EA8-7155-10D0-845BB370F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78836A0-9D4A-0A00-F2CC-67ED46B1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0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B2F5637-2684-1B8C-ADBF-62FD79B7F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F5AC08A-B5A0-4E56-DF18-A3E684DE0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B89E072-6886-FB8E-EA3B-11C7AD4B6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3335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6383D7-181B-0363-8773-5715F97A5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7D9A7B8-FE80-E2E7-97D2-77062BA9D5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91F89D1-DF59-4AFE-0229-C0B0C4C3C5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619FE7A-F6F1-13DF-276A-A42E06E57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27DD530-AA5A-FECC-439C-5FB6339B1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D4912A3-196E-8DB2-6D5F-7CF59C894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63290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44C072-EF1B-E354-9AC0-82DA2B70B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334DD0-5485-FD3C-C9CD-6FA0AA704A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DA6FC13-8289-634A-35D5-7533F56F2F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551A595-3A12-58C0-1917-3E8533C03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AD8438E-345C-762F-0E2A-3851329BF7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F7696E9-55C8-E87D-C9C6-2C7FD242D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641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C35FF2-1EFB-F504-0FF2-9D87283ED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8CC95C6-8B00-21F8-218C-E851975983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7A5AB20-CAC8-13D3-49E4-6AB3878C0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EF8EAB-0609-482F-3F52-64F938CC6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EA39525-C25D-6670-CDDD-889A01FA3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6344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0225412-FADF-881C-D86F-09EAAF68E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5DF68C3-6E16-3B6F-61AA-0687A63A7B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ED6E27-E5CB-7888-080B-DC1358676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4D5F6C6-69BA-69CD-9BED-D37C9267A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00EE8E-0A23-EFC9-A9E5-66F2F1D21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93416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509C97-D07F-4098-8809-A2D5D6221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3548C3A-8193-F950-9ADF-A2B5D5F12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07D41F-F2F9-8927-B077-8FC0C6F8C6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7EF2FF-66DC-4B78-B6DF-CAF507AE939E}" type="datetimeFigureOut">
              <a:rPr lang="ru-RU" smtClean="0"/>
              <a:t>12.09.2026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E3DE22-72BF-A4E9-C9CC-140A95F14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5B0E94-32B4-E34A-28BC-1A48407976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13F843-8A29-4C51-89C7-BAE35C2FBCD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030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14C639-0850-147E-9AB0-4E928AE1E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ru-RU" dirty="0"/>
              <a:t>Тема: </a:t>
            </a:r>
            <a:r>
              <a:rPr lang="en-US" dirty="0" err="1"/>
              <a:t>eBPF</a:t>
            </a:r>
            <a:r>
              <a:rPr lang="en-US" dirty="0"/>
              <a:t>-</a:t>
            </a:r>
            <a:r>
              <a:rPr lang="ru-RU" dirty="0"/>
              <a:t>трассировщик событий </a:t>
            </a:r>
            <a:r>
              <a:rPr lang="ru-RU" dirty="0" err="1"/>
              <a:t>ябра</a:t>
            </a:r>
            <a:r>
              <a:rPr lang="ru-RU" dirty="0"/>
              <a:t> </a:t>
            </a:r>
            <a:r>
              <a:rPr lang="en-US" dirty="0"/>
              <a:t>Linux</a:t>
            </a:r>
            <a:r>
              <a:rPr lang="ru-RU" dirty="0"/>
              <a:t> для мониторинга приложений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BD2D7EF0-E194-A6FC-EBEB-B42BFBB90C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7772" y="4592638"/>
            <a:ext cx="9144000" cy="1655762"/>
          </a:xfrm>
        </p:spPr>
        <p:txBody>
          <a:bodyPr>
            <a:normAutofit/>
          </a:bodyPr>
          <a:lstStyle/>
          <a:p>
            <a:pPr algn="r"/>
            <a:r>
              <a:rPr lang="ru-RU" dirty="0"/>
              <a:t>Подготовили Студенты:</a:t>
            </a:r>
            <a:br>
              <a:rPr lang="ru-RU" dirty="0"/>
            </a:br>
            <a:r>
              <a:rPr lang="ru-RU" dirty="0"/>
              <a:t>Обухов Ю.Р</a:t>
            </a:r>
            <a:br>
              <a:rPr lang="ru-RU" dirty="0"/>
            </a:br>
            <a:r>
              <a:rPr lang="ru-RU" dirty="0"/>
              <a:t>Ложкин А.А.</a:t>
            </a:r>
          </a:p>
          <a:p>
            <a:pPr algn="r"/>
            <a:r>
              <a:rPr lang="ru-RU" dirty="0"/>
              <a:t>Сотникова О.Ю</a:t>
            </a:r>
          </a:p>
        </p:txBody>
      </p:sp>
    </p:spTree>
    <p:extLst>
      <p:ext uri="{BB962C8B-B14F-4D97-AF65-F5344CB8AC3E}">
        <p14:creationId xmlns:p14="http://schemas.microsoft.com/office/powerpoint/2010/main" val="352014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5D5EC3-4549-562E-AAE6-F0109C95B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9EE4C8A-329D-8294-39D4-5107FF6754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Когда приложение работает внутри контейнера, обычных логов часто недостаточно: проблема возникнет на уровне системных вызовов, файловой системы, сети. При этом инженерам важно видеть события только нужного сервиса, а не всего сервера, и не потерять события при сбое клиентской программы.</a:t>
            </a:r>
            <a:br>
              <a:rPr lang="ru-RU" dirty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045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B3108A-5741-155C-EDA7-21B764FA5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E897A95-3057-BB4F-7952-63448464CA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/>
              <a:t>Цель: </a:t>
            </a:r>
            <a:r>
              <a:rPr lang="ru-RU" dirty="0"/>
              <a:t>разработать </a:t>
            </a:r>
            <a:r>
              <a:rPr lang="en-US" dirty="0" err="1"/>
              <a:t>eBPF</a:t>
            </a:r>
            <a:r>
              <a:rPr lang="ru-RU" dirty="0"/>
              <a:t>-трассировщик, который фильтрует по сервисам(</a:t>
            </a:r>
            <a:r>
              <a:rPr lang="en-US" dirty="0" err="1"/>
              <a:t>cgroup</a:t>
            </a:r>
            <a:r>
              <a:rPr lang="en-US" dirty="0"/>
              <a:t>) </a:t>
            </a:r>
            <a:r>
              <a:rPr lang="ru-RU" dirty="0"/>
              <a:t>и передает их в </a:t>
            </a:r>
            <a:r>
              <a:rPr lang="en-US" dirty="0" err="1"/>
              <a:t>userspace</a:t>
            </a:r>
            <a:r>
              <a:rPr lang="en-US" dirty="0"/>
              <a:t>.</a:t>
            </a:r>
            <a:r>
              <a:rPr lang="ru-RU" dirty="0"/>
              <a:t> В результате получится инструмент для диагностики </a:t>
            </a:r>
            <a:r>
              <a:rPr lang="ru-RU" dirty="0" err="1"/>
              <a:t>контейнеризированных</a:t>
            </a:r>
            <a:r>
              <a:rPr lang="ru-RU" dirty="0"/>
              <a:t> приложений и исследования поведения </a:t>
            </a:r>
            <a:r>
              <a:rPr lang="en-US" dirty="0"/>
              <a:t>Linux </a:t>
            </a:r>
            <a:r>
              <a:rPr lang="ru-RU" dirty="0"/>
              <a:t>на уровне ядра.</a:t>
            </a:r>
          </a:p>
        </p:txBody>
      </p:sp>
    </p:spTree>
    <p:extLst>
      <p:ext uri="{BB962C8B-B14F-4D97-AF65-F5344CB8AC3E}">
        <p14:creationId xmlns:p14="http://schemas.microsoft.com/office/powerpoint/2010/main" val="3486714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D123E1-2BE9-DCEB-371C-64DED3F8E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Роли в команде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E31531-7E74-7C19-DE88-76655AA99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Сотникова Ольга – Глава проекта</a:t>
            </a:r>
          </a:p>
          <a:p>
            <a:r>
              <a:rPr lang="ru-RU" dirty="0"/>
              <a:t>Обухов Юрий – разработчик</a:t>
            </a:r>
          </a:p>
          <a:p>
            <a:r>
              <a:rPr lang="ru-RU" dirty="0"/>
              <a:t>Ложкин Александр – Системный </a:t>
            </a:r>
            <a:r>
              <a:rPr lang="ru-RU" dirty="0" err="1"/>
              <a:t>аналатик</a:t>
            </a:r>
            <a:r>
              <a:rPr lang="en-US" dirty="0"/>
              <a:t>/</a:t>
            </a:r>
            <a:r>
              <a:rPr lang="ru-RU" dirty="0"/>
              <a:t>оформитель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3212886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E9AD63-6308-360B-A55D-2E2802783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dirty="0"/>
              <a:t>Диаграмма </a:t>
            </a:r>
            <a:r>
              <a:rPr lang="ru-RU" dirty="0" err="1"/>
              <a:t>Ганта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544F6D5-66AC-99B6-B44F-9E75EF5478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4176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293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35BB2B-34A9-511A-2A5A-9E07FEA1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Заинтересованная сторона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3516EB-5924-E413-7E91-6DA37C6CE0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Студенты- программисты</a:t>
            </a:r>
          </a:p>
          <a:p>
            <a:r>
              <a:rPr lang="en-US" dirty="0" err="1"/>
              <a:t>Devops</a:t>
            </a:r>
            <a:r>
              <a:rPr lang="ru-RU" dirty="0"/>
              <a:t> – инженеры</a:t>
            </a:r>
          </a:p>
          <a:p>
            <a:r>
              <a:rPr lang="en-US" dirty="0"/>
              <a:t>SRE- </a:t>
            </a:r>
            <a:r>
              <a:rPr lang="ru-RU" dirty="0"/>
              <a:t>инженеры</a:t>
            </a:r>
          </a:p>
          <a:p>
            <a:r>
              <a:rPr lang="ru-RU" dirty="0"/>
              <a:t>Системные администраторы</a:t>
            </a:r>
          </a:p>
        </p:txBody>
      </p:sp>
    </p:spTree>
    <p:extLst>
      <p:ext uri="{BB962C8B-B14F-4D97-AF65-F5344CB8AC3E}">
        <p14:creationId xmlns:p14="http://schemas.microsoft.com/office/powerpoint/2010/main" val="3450941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5CB716-595A-39E4-911C-EC5EC6B79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Источники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E20ED81-C61F-C4D1-C64F-AD88820D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1. Кетов, Д. В. Внутреннее устройство Linux / Д. В. Кетов. — 3-е изд., </a:t>
            </a:r>
            <a:r>
              <a:rPr lang="ru-RU" sz="2000" dirty="0" err="1"/>
              <a:t>перераб</a:t>
            </a:r>
            <a:r>
              <a:rPr lang="ru-RU" sz="2000" dirty="0"/>
              <a:t>. и доп. — Санкт-Петербург : БХВ-Петербург, 2024. — 447 с. — ISBN 978-5-9775-1843-7. — Текст : непосредственный.</a:t>
            </a:r>
          </a:p>
          <a:p>
            <a:pPr marL="0" indent="0">
              <a:buNone/>
            </a:pPr>
            <a:r>
              <a:rPr lang="ru-RU" sz="2000" dirty="0"/>
              <a:t>2. Райс, Л. Изучаем </a:t>
            </a:r>
            <a:r>
              <a:rPr lang="ru-RU" sz="2000" dirty="0" err="1"/>
              <a:t>eBPF</a:t>
            </a:r>
            <a:r>
              <a:rPr lang="ru-RU" sz="2000" dirty="0"/>
              <a:t> / Л. Райс ; пер. с англ. — Санкт-Петербург : BHV-СПб, 2024. — 224 с. — ISBN 978-601-08-4118-5. — Текст : непосредственный.</a:t>
            </a:r>
          </a:p>
        </p:txBody>
      </p:sp>
    </p:spTree>
    <p:extLst>
      <p:ext uri="{BB962C8B-B14F-4D97-AF65-F5344CB8AC3E}">
        <p14:creationId xmlns:p14="http://schemas.microsoft.com/office/powerpoint/2010/main" val="46506007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232</Words>
  <Application>Microsoft Office PowerPoint</Application>
  <PresentationFormat>Широкоэкранный</PresentationFormat>
  <Paragraphs>20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Тема Office</vt:lpstr>
      <vt:lpstr>Тема: eBPF-трассировщик событий ябра Linux для мониторинга приложений</vt:lpstr>
      <vt:lpstr>Проблема</vt:lpstr>
      <vt:lpstr>Цель</vt:lpstr>
      <vt:lpstr>Роли в команде </vt:lpstr>
      <vt:lpstr>Диаграмма Ганта</vt:lpstr>
      <vt:lpstr>Заинтересованная сторона</vt:lpstr>
      <vt:lpstr>Источники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Cc 5507</dc:creator>
  <cp:lastModifiedBy>Cc 5507</cp:lastModifiedBy>
  <cp:revision>3</cp:revision>
  <dcterms:created xsi:type="dcterms:W3CDTF">2026-09-12T09:49:02Z</dcterms:created>
  <dcterms:modified xsi:type="dcterms:W3CDTF">2026-09-12T11:38:26Z</dcterms:modified>
</cp:coreProperties>
</file>