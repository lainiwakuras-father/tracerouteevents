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F1C29B-ECE8-42E9-A15D-C10048CBC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CF0FDE-FD13-5A9B-4894-FBE947E1E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9FAB9D-8BBC-5582-98A7-8CE74417A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6EAE78-F9B2-2159-9172-78998AD9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CF36FB-C070-6359-1F2D-E7A5FA607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95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23369-B974-12DF-61DC-B37E98DC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F1683B-DC2E-6C2E-AE29-C7455569C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5BE4C1-2671-3DA7-A2A8-F94863E78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858890-D6EA-E10A-F36E-647FAAD0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7F59C-50A4-32D7-EA9E-A8D9BCA2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339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CCF0F-F342-2926-2F04-20DBF264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689A32-08A6-05D4-42D2-571CC1FBA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E49CD1-843D-67F6-9C5A-AFEDC3FF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44630D-0827-C920-BB2E-2A50E782A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B73157-1020-0129-D5FE-3E68AB87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41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4973-41F6-8285-C257-325DF814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6ED388-8190-13BB-42A3-857524326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3E7616-E0D1-FAA8-0642-CA768ADAC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A35DE0-EB68-08F0-C13D-23B73E80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4DE734-FBB7-732D-500D-2853E8B9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0E0859-10EA-8424-C1FA-A4FD0FAA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4780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7174B-F62F-1CDA-B6E0-E5D02E8D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D02360-5BE1-BA51-769C-517064213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BEF783-583F-0137-9761-887752A8D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FB74747-7591-A95F-0D6E-CA3D4907A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A7B54F-9EAD-140F-370D-68A0E0E50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4B21D6-4A7E-01BE-F37B-03D82EC12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77C258F-8C0E-A2A9-30D2-2DEB0F58B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C307763-7717-47E0-2688-D9406021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81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5B4C9-4DF2-938F-B6B9-38B5E56EA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8ED8A2-52EC-E393-7FEF-25F604DEE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3440843-4EA8-7155-10D0-845BB370F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8836A0-9D4A-0A00-F2CC-67ED46B1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01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2F5637-2684-1B8C-ADBF-62FD79B7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5AC08A-B5A0-4E56-DF18-A3E684DE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89E072-6886-FB8E-EA3B-11C7AD4B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3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383D7-181B-0363-8773-5715F97A5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D9A7B8-FE80-E2E7-97D2-77062BA9D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1F89D1-DF59-4AFE-0229-C0B0C4C3C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19FE7A-F6F1-13DF-276A-A42E06E5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7DD530-AA5A-FECC-439C-5FB6339B1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4912A3-196E-8DB2-6D5F-7CF59C89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329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4C072-EF1B-E354-9AC0-82DA2B70B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334DD0-5485-FD3C-C9CD-6FA0AA704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A6FC13-8289-634A-35D5-7533F56F2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51A595-3A12-58C0-1917-3E8533C03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AD8438E-345C-762F-0E2A-3851329B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7696E9-55C8-E87D-C9C6-2C7FD242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64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35FF2-1EFB-F504-0FF2-9D87283E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CC95C6-8B00-21F8-218C-E85197598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A5AB20-CAC8-13D3-49E4-6AB3878C0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EF8EAB-0609-482F-3F52-64F938CC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A39525-C25D-6670-CDDD-889A01FA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34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0225412-FADF-881C-D86F-09EAAF68E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5DF68C3-6E16-3B6F-61AA-0687A63A7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AED6E27-E5CB-7888-080B-DC1358676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D5F6C6-69BA-69CD-9BED-D37C9267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00EE8E-0A23-EFC9-A9E5-66F2F1D2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34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509C97-D07F-4098-8809-A2D5D622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3548C3A-8193-F950-9ADF-A2B5D5F12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7D41F-F2F9-8927-B077-8FC0C6F8C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7EF2FF-66DC-4B78-B6DF-CAF507AE939E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E3DE22-72BF-A4E9-C9CC-140A95F14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5B0E94-32B4-E34A-28BC-1A4840797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3F843-8A29-4C51-89C7-BAE35C2FBC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030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14C639-0850-147E-9AB0-4E928AE1E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943" y="402770"/>
            <a:ext cx="11027228" cy="4278087"/>
          </a:xfrm>
        </p:spPr>
        <p:txBody>
          <a:bodyPr>
            <a:normAutofit/>
          </a:bodyPr>
          <a:lstStyle/>
          <a:p>
            <a:r>
              <a:rPr lang="ru-RU" dirty="0"/>
              <a:t>Тема: Автоматизация мониторинга распределенных информационно-управляющих систем с помощью</a:t>
            </a:r>
            <a:br>
              <a:rPr lang="ru-RU" dirty="0"/>
            </a:br>
            <a:r>
              <a:rPr lang="ru-RU" dirty="0"/>
              <a:t>событий ядра </a:t>
            </a:r>
            <a:r>
              <a:rPr lang="en-US" dirty="0"/>
              <a:t>Linux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D2D7EF0-E194-A6FC-EBEB-B42BFBB90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7772" y="4592638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Подготовили Студенты:</a:t>
            </a:r>
            <a:br>
              <a:rPr lang="ru-RU" dirty="0"/>
            </a:br>
            <a:r>
              <a:rPr lang="ru-RU" dirty="0"/>
              <a:t>Обухов Ю.Р</a:t>
            </a:r>
            <a:br>
              <a:rPr lang="ru-RU" dirty="0"/>
            </a:br>
            <a:r>
              <a:rPr lang="ru-RU" dirty="0"/>
              <a:t>Ложкин А.А.</a:t>
            </a:r>
          </a:p>
          <a:p>
            <a:pPr algn="r"/>
            <a:r>
              <a:rPr lang="ru-RU" dirty="0"/>
              <a:t>Сотникова О.Ю</a:t>
            </a:r>
          </a:p>
        </p:txBody>
      </p:sp>
    </p:spTree>
    <p:extLst>
      <p:ext uri="{BB962C8B-B14F-4D97-AF65-F5344CB8AC3E}">
        <p14:creationId xmlns:p14="http://schemas.microsoft.com/office/powerpoint/2010/main" val="352014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D5EC3-4549-562E-AAE6-F0109C95B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EE4C8A-329D-8294-39D4-5107FF675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приложение работает внутри контейнера, обычных логов часто недостаточно: проблема возникнет на уровне системных вызовов, файловой системы, сети. При этом инженерам важно видеть события только нужного сервиса, а не всего сервера, и не потерять события при сбое клиентской программы. </a:t>
            </a:r>
          </a:p>
          <a:p>
            <a:r>
              <a:rPr lang="ru-RU" dirty="0"/>
              <a:t>Такого решения нет </a:t>
            </a:r>
            <a:r>
              <a:rPr lang="ru-RU"/>
              <a:t>на рынке.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0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B3108A-5741-155C-EDA7-21B764FA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897A95-3057-BB4F-7952-63448464C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Цель: </a:t>
            </a:r>
            <a:r>
              <a:rPr lang="ru-RU" dirty="0"/>
              <a:t>разработать </a:t>
            </a:r>
            <a:r>
              <a:rPr lang="en-US" dirty="0" err="1"/>
              <a:t>eBPF</a:t>
            </a:r>
            <a:r>
              <a:rPr lang="ru-RU" dirty="0"/>
              <a:t>-трассировщик, который фильтрует по сервисам(</a:t>
            </a:r>
            <a:r>
              <a:rPr lang="en-US" dirty="0" err="1"/>
              <a:t>cgroup</a:t>
            </a:r>
            <a:r>
              <a:rPr lang="en-US" dirty="0"/>
              <a:t>) </a:t>
            </a:r>
            <a:r>
              <a:rPr lang="ru-RU" dirty="0"/>
              <a:t>и передает их в </a:t>
            </a:r>
            <a:r>
              <a:rPr lang="en-US" dirty="0" err="1"/>
              <a:t>userspace</a:t>
            </a:r>
            <a:r>
              <a:rPr lang="en-US" dirty="0"/>
              <a:t>.</a:t>
            </a:r>
            <a:r>
              <a:rPr lang="ru-RU" dirty="0"/>
              <a:t> В результате получится инструмент для диагностики </a:t>
            </a:r>
            <a:r>
              <a:rPr lang="ru-RU" dirty="0" err="1"/>
              <a:t>контейнеризированных</a:t>
            </a:r>
            <a:r>
              <a:rPr lang="ru-RU" dirty="0"/>
              <a:t> приложений и исследования поведения </a:t>
            </a:r>
            <a:r>
              <a:rPr lang="en-US" dirty="0"/>
              <a:t>Linux </a:t>
            </a:r>
            <a:r>
              <a:rPr lang="ru-RU" dirty="0"/>
              <a:t>на уровне ядра.</a:t>
            </a:r>
          </a:p>
        </p:txBody>
      </p:sp>
    </p:spTree>
    <p:extLst>
      <p:ext uri="{BB962C8B-B14F-4D97-AF65-F5344CB8AC3E}">
        <p14:creationId xmlns:p14="http://schemas.microsoft.com/office/powerpoint/2010/main" val="3486714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123E1-2BE9-DCEB-371C-64DED3F8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Роли в команде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E31531-7E74-7C19-DE88-76655AA99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Сотникова Ольга – Руководитель проекта</a:t>
            </a:r>
          </a:p>
          <a:p>
            <a:r>
              <a:rPr lang="ru-RU" dirty="0"/>
              <a:t>Обухов Юрий – разработчик-программист</a:t>
            </a:r>
          </a:p>
          <a:p>
            <a:r>
              <a:rPr lang="ru-RU" dirty="0"/>
              <a:t>Ложкин Александр – Технический писатель</a:t>
            </a:r>
          </a:p>
        </p:txBody>
      </p:sp>
    </p:spTree>
    <p:extLst>
      <p:ext uri="{BB962C8B-B14F-4D97-AF65-F5344CB8AC3E}">
        <p14:creationId xmlns:p14="http://schemas.microsoft.com/office/powerpoint/2010/main" val="321288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9AD63-6308-360B-A55D-2E2802783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</a:t>
            </a:r>
            <a:r>
              <a:rPr lang="ru-RU" dirty="0" err="1"/>
              <a:t>Ганта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544F6D5-66AC-99B6-B44F-9E75EF547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17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93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5BB2B-34A9-511A-2A5A-9E07FEA1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Заинтересованная сторона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3516EB-5924-E413-7E91-6DA37C6CE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Devops</a:t>
            </a:r>
            <a:r>
              <a:rPr lang="ru-RU" dirty="0"/>
              <a:t> – инженеры</a:t>
            </a:r>
          </a:p>
          <a:p>
            <a:r>
              <a:rPr lang="en-US" dirty="0"/>
              <a:t>SRE</a:t>
            </a:r>
            <a:r>
              <a:rPr lang="ru-RU" dirty="0"/>
              <a:t> </a:t>
            </a:r>
            <a:r>
              <a:rPr lang="en-US" dirty="0"/>
              <a:t>- </a:t>
            </a:r>
            <a:r>
              <a:rPr lang="ru-RU" dirty="0"/>
              <a:t>инженеры</a:t>
            </a:r>
          </a:p>
          <a:p>
            <a:r>
              <a:rPr lang="ru-RU" dirty="0"/>
              <a:t>Системные администраторы</a:t>
            </a:r>
          </a:p>
        </p:txBody>
      </p:sp>
    </p:spTree>
    <p:extLst>
      <p:ext uri="{BB962C8B-B14F-4D97-AF65-F5344CB8AC3E}">
        <p14:creationId xmlns:p14="http://schemas.microsoft.com/office/powerpoint/2010/main" val="34509413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151</Words>
  <Application>Microsoft Office PowerPoint</Application>
  <PresentationFormat>Широкоэкранный</PresentationFormat>
  <Paragraphs>17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Тема: Автоматизация мониторинга распределенных информационно-управляющих систем с помощью событий ядра Linux</vt:lpstr>
      <vt:lpstr>Проблема</vt:lpstr>
      <vt:lpstr>Цель</vt:lpstr>
      <vt:lpstr>Роли в команде </vt:lpstr>
      <vt:lpstr>Диаграмма Ганта</vt:lpstr>
      <vt:lpstr>Заинтересованная сторона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Cc 5507</dc:creator>
  <cp:lastModifiedBy>Cc 5507</cp:lastModifiedBy>
  <cp:revision>3</cp:revision>
  <dcterms:created xsi:type="dcterms:W3CDTF">2026-09-12T09:49:02Z</dcterms:created>
  <dcterms:modified xsi:type="dcterms:W3CDTF">2026-09-12T10:26:00Z</dcterms:modified>
</cp:coreProperties>
</file>